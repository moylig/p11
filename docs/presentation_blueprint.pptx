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1F2937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57534E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2937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1E3A8A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93C5FD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93C5FD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2563EB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E40AF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1E3A8A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7534E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57534E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1E3A8A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1F2937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1E40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57534E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5803D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5803D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E3A8A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E3A8A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1E40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57534E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1E3A8A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57534E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DF5"/>
          </a:solidFill>
          <a:ln w="254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5803D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1E3A8A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1E3A8A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57534E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EA580C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DBEAFE"/>
          </a:solidFill>
          <a:ln w="317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1E3A8A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57534E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57534E"/>
                </a:solidFill>
                <a:latin typeface="Calibri"/>
              </a:rPr>
              <a:t>Critere consigne : reponse = meme sens + memes infos que l'annotation -&gt; couvert par cosine + juge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EA580C"/>
                </a:solidFill>
                <a:latin typeface="Calibri"/>
              </a:rPr>
              <a:t>RAGAS ecarte au POC (depend de openai + langchain_openai, hors stack Mistral) -&gt; garde en reco v1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E40AF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EA580C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EA580C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534E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5803D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5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8A8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5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8A8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8A8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57534E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F2937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57534E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5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DF5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93C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D6D3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1E3A8A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A826B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A826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5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1F2937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6D3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40AF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