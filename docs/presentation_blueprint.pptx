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5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1F2937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57534E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2937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93C5FD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93C5FD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2563EB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1E40AF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1E3A8A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57534E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57534E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5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5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1E40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7534E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5803D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15803D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1E3A8A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57534E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57534E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E3A8A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1E40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57534E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57534E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1E3A8A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FFFDF5"/>
          </a:solidFill>
          <a:ln w="254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7534E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FFFDF5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7534E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FFFDF5"/>
          </a:solidFill>
          <a:ln w="254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7534E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FFFDF5"/>
          </a:solidFill>
          <a:ln w="254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5803D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1E3A8A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1E3A8A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57534E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EA580C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DBEAFE"/>
          </a:solidFill>
          <a:ln w="317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E3A8A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deterministe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(retriever)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DBEAFE"/>
          </a:solidFill>
          <a:ln w="317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E3A8A"/>
                </a:solidFill>
              </a:rPr>
              <a:t>0,893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cosine moyen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+/- 0,003 (stable)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sur plusieurs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DBEAFE"/>
          </a:solidFill>
          <a:ln w="317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E3A8A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+/- 0,18 (variance)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moyenne multi-run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juge non deterministe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57534E"/>
                </a:solidFill>
                <a:latin typeface="Calibri"/>
              </a:rPr>
              <a:t>Sortie : data/eval/results.csv  +  resume console   -   scripts/05_evaluate.py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E40AF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E40AF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E40AF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EA580C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EA580C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5803D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5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5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5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5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7534E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5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7534E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8A8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5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8A8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8A8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7534E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5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40AF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