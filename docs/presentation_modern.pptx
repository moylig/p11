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AFAFA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0F172A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475569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15E59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15E59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15E59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15E59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15E59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15E59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15E59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15E59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5EEAD4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5EEAD4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14B8A6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0E7C7B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115E59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475569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AFAFA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115E59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AFAFA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0E7C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6A34A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16A34A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115E59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5E59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0E7C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115E59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75569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6A34A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115E59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115E59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A8A04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F0FDFA"/>
          </a:solidFill>
          <a:ln w="317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15E59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source attendue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dans le top-k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F0FDFA"/>
          </a:solidFill>
          <a:ln w="317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15E59"/>
                </a:solidFill>
              </a:rPr>
              <a:t>0,890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cosine moyenne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reponse vs annotee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(mistral-embed)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F0FDFA"/>
          </a:solidFill>
          <a:ln w="317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15E59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mistral-small (T=0)</a:t>
            </a:r>
          </a:p>
          <a:p>
            <a:pPr algn="ctr"/>
            <a:r>
              <a:rPr sz="1200" b="0" i="0">
                <a:solidFill>
                  <a:srgbClr val="475569"/>
                </a:solidFill>
                <a:latin typeface="Calibri"/>
              </a:rPr>
              <a:t>qualite percue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tuning + filtre anti-bruit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475569"/>
                </a:solidFill>
                <a:latin typeface="Calibri"/>
              </a:rPr>
              <a:t>Sortie : data/eval/results.csv  +  resume console   -   scripts/05_evaluate.py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0E7C7B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0E7C7B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0E7C7B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CA8A04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CA8A04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6A34A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AFAFA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AFAFA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AFAFA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115E59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115E59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5E59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AFAFA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AFAFA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AFAFA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15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15E59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CA8A04"/>
          </a:solidFill>
          <a:ln w="12700">
            <a:solidFill>
              <a:srgbClr val="CA8A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AFAFA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15E59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AFAFA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E7C7B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