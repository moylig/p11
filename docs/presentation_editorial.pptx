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8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111111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4A4440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7F1D1D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7F1D1D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7F1D1D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7F1D1D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4A4440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7F1D1D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7F1D1D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7F1D1D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7F1D1D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CA5A5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CA5A5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EF4444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DC2626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7F1D1D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4A4440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4A4440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8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8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4A4440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16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67C3C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167C3C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7F1D1D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A4440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A4440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7F1D1D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A4440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A4440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7F1D1D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A4440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A4440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A4440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16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67C3C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7F1D1D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16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7F1D1D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4A4440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B45309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FEE2E2"/>
          </a:solidFill>
          <a:ln w="317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7F1D1D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deterministe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(retriever)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FEE2E2"/>
          </a:solidFill>
          <a:ln w="317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7F1D1D"/>
                </a:solidFill>
              </a:rPr>
              <a:t>0,893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cosine moyen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+/- 0,003 (stable)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sur plusieurs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FEE2E2"/>
          </a:solidFill>
          <a:ln w="317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7F1D1D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+/- 0,18 (variance)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moyenne multi-run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juge non deterministe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4A4440"/>
                </a:solidFill>
                <a:latin typeface="Calibri"/>
              </a:rPr>
              <a:t>Sortie : data/eval/results.csv  +  resume console   -   scripts/05_evaluate.py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DC2626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DC2626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DC2626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B45309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B45309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16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67C3C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8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8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8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7F1D1D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7F1D1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7F1D1D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8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A4440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8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A4440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8B8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8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8B82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8B8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A4440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167C3C"/>
          </a:solidFill>
          <a:ln w="12700">
            <a:solidFill>
              <a:srgbClr val="16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8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111111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